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15" r:id="rId4"/>
    <p:sldId id="324" r:id="rId5"/>
    <p:sldId id="325" r:id="rId6"/>
    <p:sldId id="307" r:id="rId7"/>
    <p:sldId id="320" r:id="rId8"/>
    <p:sldId id="321" r:id="rId9"/>
    <p:sldId id="319" r:id="rId10"/>
    <p:sldId id="308" r:id="rId11"/>
    <p:sldId id="322" r:id="rId12"/>
    <p:sldId id="323" r:id="rId13"/>
    <p:sldId id="309" r:id="rId14"/>
    <p:sldId id="312" r:id="rId15"/>
    <p:sldId id="314" r:id="rId16"/>
    <p:sldId id="326" r:id="rId28"/>
    <p:sldId id="327" r:id="rId29"/>
    <p:sldId id="313" r:id="rId17"/>
    <p:sldId id="318" r:id="rId18"/>
    <p:sldId id="310" r:id="rId19"/>
    <p:sldId id="316" r:id="rId20"/>
    <p:sldId id="31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6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CA-9CA7-0BB1-A57E-62312029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22CF790B-409D-3C26-69FD-0D813B57544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AF16A1C8-4F62-89D6-53AB-C28E776DBE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2E6BEC3E-F2FE-1BA9-2964-EFB61C482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4AE8F2-1EF7-206C-A09C-34370D174E6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3EDCE5B-42FD-A179-6E01-E00131F07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55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7F5D9-40E6-3612-C609-2B01601AE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C5E7338-34BA-44CC-0FB2-CFE6B32799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402EA-A56D-A924-7479-D92680E340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0408A4D-601A-1E6A-63D4-C783A9CFC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9AE446-E4A7-53D9-1912-913CC5B089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B33F8F9-E5C1-9FA1-49BB-53B9654E336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40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CAB8-CB83-B824-E2E6-643F57CB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81FE12E-242A-B6AB-4E77-4132519D018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2537EE7-0504-7C80-7091-62E048A2A0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ABFBC94-686A-3730-8830-F4663A652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30E60EF-A834-C65A-0266-F169DB5B9E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5728972-15C5-92A7-539F-D62E8B83B80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4904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BF5C9-C61C-7D07-1F40-1A73B2891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C18E065-2217-CB64-D55F-16C1850846B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EDBD984-DA7C-D97A-B7AE-1926B39B9AA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D7D6BCB4-8521-084C-5254-3CDBC72C2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4AAD96-EA5E-AC04-C6CD-6B1FE76271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9663BC4-D08A-9853-31DB-B3644A51813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3604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40C08-D5BF-9549-C2D0-030683B28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2F793BD-82E6-96EC-4435-6B9DD5D3A525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BCC873-DA8A-431B-E55E-7A2E92A4C6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3860D17-889B-F432-815C-D166F55C1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23EF740-55B3-8181-A428-E057F12ED8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4859E8-DBFE-FEC0-2862-6955A792E4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775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F017-6BB6-72C2-CF81-92298D79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77A201D-EF21-F83F-F723-75A33488C4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00541-EF9F-D9E3-9A29-9946DB4D112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C783D69-321A-4655-8EBD-5DECA065E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B0EFAB1-DD3C-B526-9C16-4FF3C49EDB2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6871B5-EA89-118E-4825-D66DC731301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3930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7113E-43C9-1217-B3EF-CB0000084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D079003-2F5C-9415-4C85-E0EB8DC4F1B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1322EBC-833A-7A6A-8D72-DA14BA6744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423E756-8C43-0E03-67FE-B169AE2C5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7613BC7-2D94-91BC-A881-E1E7BCFDB1A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17127AE-0914-5E99-037B-34AC7CBFD9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1713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A5B97-ECBB-979C-0105-DDF700123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765F78D-53BC-E40E-85A3-C3A38C855CB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8FBF17F-76CC-465D-47B0-33FF60C8D6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0C462FA-5E4D-6E7B-E13D-D8F2A262B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A270B-C74C-3291-5A11-9AEB3F7968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9EADE45-EC71-731E-2A8B-28EDBBC48D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6351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D05733-DE95-C40D-8C54-4739D078982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551852" y="5383068"/>
            <a:ext cx="5074882" cy="147543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22BCBC3-4109-6C13-2BF6-4DDA4436F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</a:t>
            </a:r>
            <a:r>
              <a:rPr lang="fr-FR" err="1"/>
              <a:t>:</a:t>
            </a:r>
            <a:r>
              <a:rPr lang="fr-FR"/>
              <a:t>burndown}}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02A7ACD4-AA56-B9EB-EC23-5F5C60E0A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C796-2390-D0B6-2F9A-4FEE112FE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D76715-EC73-DF22-676A-895ED13CCF8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F1C0AB-C3FD-6D07-E1A0-E733DA8A3874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9DB9AE9-ED10-E4E9-584E-6F522E1C6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4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6A37FBC8-EB19-DCCA-EA69-4EF8B118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03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A1291-244E-D907-80C5-6D0F22FE1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DAAC45C8-F7C9-79D0-2426-BCA007AAD45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692AFC3-8E8B-14FD-45A4-C3C747620DFF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48E335E-11BF-7B40-65AD-C21B9DD1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5533AFA-39DC-02CC-7FDF-809D59390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55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4F9F314B-4EC2-DEDF-EA08-A8A2A1551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AD302-89AC-41FA-AB1C-69834064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32E7F21-9349-D5B2-3E9E-724C1DF2F7F6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FFB82F0-983D-A735-CECD-77A62E2EC6E3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3CC8616-F6AF-6031-234F-A8C11732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5429D165-5914-27F6-AC55-917D03C8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17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86C7-4F02-19A2-A98D-29D3BB78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99BBBB-B4EC-04B4-75A8-E7E92D410535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A0A04E-F9FF-8C26-1CE3-7693B18E4B0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451857-5C1E-EF2E-6EFD-7ACB0BB5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6B665D6-254B-AA5D-182C-06343CFC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014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82A08-1BB9-1CED-302A-A0C43FD23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0A939D5-ABE6-0717-F391-61A31A2A9D3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83E478-8769-1577-B72F-F90E0C9AF3C8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8551533-36FF-4E03-FCA6-0A4E33DB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7B15856-C9EC-2929-34B3-7114ACA76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271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C10B4A9-4EEE-DDBB-F8B3-7565E7812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176F0-7CE1-ABB8-35B6-61109FDC6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5F6C4EA-67BC-448F-16AB-ED01F9EE7FFD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4E31738-8CB8-88EC-761F-D9E5E11785B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81260E-736B-8AFD-6FAC-C5E182879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06B39D9-B9D9-C930-D74C-A8D6656D3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99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356F9-9392-849E-1186-9A92B6875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D065C64-6AF6-CCB4-DDE8-C7E10F50D77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388BB-04EA-B760-49FF-6FB09DCEC44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50901C2-4167-0A86-6E55-70128F9F2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9309025-8B1B-33B4-7186-6E5115913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43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BE95F7AB-8310-C5D1-33E3-BFFC5D382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23286A1-7071-4CBA-3011-588367EA5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{{chart:conso_corrective}}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3B9D28A-36CC-78FF-3BA1-A3B948F4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C7BEB-A0C8-5668-D00C-5A13F6F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C8D3DA82-7886-76EC-0072-D4A0BBD98DC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2646716-7349-E4CE-757A-AAED041188FB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9C0E0-F4BF-BC4B-AC48-69E74FC8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0443B85-84DC-44F4-A802-3878BF7E6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748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76EC631-4EAE-8D44-3A33-7AE3F1322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2A37344-6655-8A80-0259-1CAA4FDDD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9226B3D-7813-1DD5-B7D2-566DAA90B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{{chart:tempo_conso}}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17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4221</cp:revision>
  <dcterms:created xsi:type="dcterms:W3CDTF">2026-07-06T12:04:44Z</dcterms:created>
  <dcterms:modified xsi:type="dcterms:W3CDTF">2026-08-31T15:22:21Z</dcterms:modified>
</cp:coreProperties>
</file>