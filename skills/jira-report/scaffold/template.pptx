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4"/>
  </p:notesMasterIdLst>
  <p:sldIdLst>
    <p:sldId id="274" r:id="rId2"/>
    <p:sldId id="311" r:id="rId3"/>
    <p:sldId id="315" r:id="rId4"/>
    <p:sldId id="307" r:id="rId5"/>
    <p:sldId id="308" r:id="rId6"/>
    <p:sldId id="309" r:id="rId7"/>
    <p:sldId id="312" r:id="rId8"/>
    <p:sldId id="314" r:id="rId9"/>
    <p:sldId id="313" r:id="rId10"/>
    <p:sldId id="310" r:id="rId11"/>
    <p:sldId id="316" r:id="rId12"/>
    <p:sldId id="317" r:id="rId1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EFDADC5-208F-0E7C-527D-B57A597BA2A3}" v="200" dt="2026-07-22T11:16:09.660"/>
    <p1510:client id="{25E61063-DD6F-07B0-8C34-B8914A388A09}" v="1479" dt="2026-07-22T08:32:53.317"/>
    <p1510:client id="{25F5E8D3-B642-A7CE-259A-7A3BF6D5F94E}" v="1068" dt="2026-07-20T21:21:54.711"/>
    <p1510:client id="{47FCFDFA-7917-9656-5270-D4AF2D16CD47}" v="245" dt="2026-07-21T10:16:18.300"/>
    <p1510:client id="{57B3C26D-988E-0E2C-E491-CC5C5D89CBD3}" v="35" dt="2026-07-21T07:28:25.326"/>
    <p1510:client id="{6DF66007-C3C9-EF47-A66F-444B894DA67A}" v="56" dt="2026-07-21T13:13:28.540"/>
    <p1510:client id="{E51D12F0-6376-20FA-D930-E995DE5EDDBE}" v="965" dt="2026-07-22T14:14:51.275"/>
    <p1510:client id="{E5C148E2-1294-8256-8F79-BE6DF1FBF8DA}" v="5" dt="2026-07-20T20:56:28.917"/>
    <p1510:client id="{FDA5A145-3163-0C3F-2573-A2BF10017BD5}" v="1553" dt="2026-07-20T20:51:27.77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36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F5B78C-9A99-4196-93B5-0952C5AE7F9C}" type="datetimeFigureOut">
              <a:t>06/08/2026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74FB88-F805-4279-971C-EE18BDE6E978}" type="slidenum"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6551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9DD34D85-1C5A-C3AF-CE50-9DC993B00C40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06/08/2026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B434E868-CF38-1184-FE3E-E564577570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670B4B8F-5F7E-4B3F-893C-0F2E49AE1CFD}" type="slidenum">
              <a:t>1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E88B9704-5A0B-2F45-E166-B77B731F85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457C9D10-955D-47F5-9334-15A9C87C3E81}" type="slidenum">
              <a:t>1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FE12DAD-DDAC-C8F2-F2B5-6ADB8B2FC6F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2307E2E-9684-D0C5-68FD-0A3BDE1144C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7D164-964E-1927-833E-EED45572C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04AB85E7-C4F4-3C1C-49E3-F1EFD27653ED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06/08/2026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D257A100-9D40-6900-DDCC-B2295DF97BF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2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BCB01A40-383D-9580-5746-20BD95687B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2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00F4A057-B5D1-3336-23D6-E4091872365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8F2F2A5-A44F-21A6-8154-B3D289189A1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734598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D32B7-20BD-5A16-6D69-9030A19D4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9E50A627-5EC6-E9A1-B0C8-A09F4458C35B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06/08/2026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7C2EEB53-4361-D3C4-FDF2-DB34F19D6F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3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AA4C1020-B1E9-2CBD-624D-464BEAFC63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3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C5FCEE9-E07B-B910-BC01-4CCF6F91CAE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5D46A41E-E7F3-42A3-71AF-F3430CCBC67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07995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39754-E8D3-60E8-4F5D-B01620AD0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75B2F6AD-EFF9-59C6-28A3-AF68B5901E72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06/08/2026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D28F4B3E-1E24-2A27-415A-113561B9FA3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4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56CFDDDF-A32F-0AB7-9E15-9CE0974619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4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2FDD49A-D964-E986-D87F-E2ADB81807D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1AA87BF-2338-03EB-62C3-B331D0D366D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92415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719E1-368C-0660-6683-02C1C7E2C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018F4386-9811-1F15-956E-A1DD2D033DA2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06/08/2026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BF4CC3F1-5956-CF0E-3D2C-DD507195249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5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9F0C6434-BDAC-176C-5371-1F5BCB2913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5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8722928-616F-979A-D15F-D39B975F38F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4727C8A-2079-D3E3-A86B-973BE027DAD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32636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510F8-B795-D47E-86C1-33C5BAA25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3F591782-4804-2B39-0A95-252B714B9AAB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06/08/2026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10F4C261-6EA4-C555-564A-2C2AB837BD3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6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8DA82FD7-F41A-19BA-C1B5-9CCF1ED135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6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DBBB10E-0798-32B5-BB45-19EC72A3E4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7267007-55CA-47CC-1568-AD472070CE9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84504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2FE95-1D38-6447-ABA5-D9A73C039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647B60BC-FEF4-17B9-C1E2-469F2408EA8F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06/08/2026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5DCFA3C2-F70D-7E5C-88B8-3D5DB77ECB6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7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497CA3BD-3B5B-D638-9E8A-AC8705052A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7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9DB12CF-A901-27BC-7338-C3D5D41283D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9339234-6039-DDA0-FE46-F754228CF77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244065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9521E-FB27-D653-A801-3FF6B2A83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1B3DE8FC-6502-0C3F-5727-9EEF67F4BE6C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06/08/2026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DFF8B2EB-82DD-3702-14F1-A5150034109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8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E591BC17-EA1B-5C26-F2E0-71AADCB6BD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8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0EC5E14-9A49-0D2E-575E-AEE5418725C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879B222-E7EE-9E2D-414C-0854D14BF39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771882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7597B-0D9A-0611-4A34-9F9ECBAC4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FFBDEB58-D51E-0CF6-DBB1-E4722916AC92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06/08/2026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103C3885-A870-3B6C-FBDC-986B65F7961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9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FC2F4392-85C2-01DA-A340-C6D3B47C3D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9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6480893-3C66-D9A2-BA03-C0512A3DB32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9149EB0-B48A-F72B-CD9C-360CF5BA614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78562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F676A-E1E4-DA3B-43FC-79A377D08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01ADD930-AE3E-ECB5-3798-9EF25F7C8254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06/08/2026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8A450DE1-931B-DCBF-C5CB-D5D99664D0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10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05442ABE-1700-371C-89C8-C9B2665824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10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18083BAC-33FC-9236-C387-4713176C805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B42A6B23-5A7A-B94E-2490-D5F6F35BAB1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230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ED485-5A4B-96B5-79A7-B2CE62C0A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BC69C501-131A-EF2F-054E-6A51F02B8DF3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06/08/2026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6A0E28BC-3D32-39A5-217B-610C622E404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11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E02562BD-902F-1586-DE58-2ECCC379BD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11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EF0F377-17DE-7077-6651-16574FC9C21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06EC629-B077-D4AD-208E-EB66CE7378F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48415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CEB849-C8B5-46DE-D350-E6C60A244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845443AC-DAC4-C26F-1AD5-73765339FD8B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06/08/2026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4BF99372-8EFD-6340-59C3-8D9EEF03EB7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12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E57CED96-B8EE-758E-0B5E-31CA8A4A56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12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BE99646-53BA-4D59-2172-ED0219A87C1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1E999A7-9059-7093-2791-81FB53B25C5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825662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06/08/2026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10491181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06/08/2026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179564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06/08/2026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6923455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06/08/2026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763223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06/08/2026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18665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06/08/2026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95854097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06/08/2026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0201302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06/08/2026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640726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06/08/2026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0903340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06/08/2026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2787210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06/08/2026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2177510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38941B0-F4D5-4460-BCAD-F7E2B41A8257}" type="datetimeFigureOut">
              <a:rPr lang="fr-FR" smtClean="0"/>
              <a:t>06/08/2026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71127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3E98C898-26EC-A2DC-4450-C8FF9494593B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-3936" y="1083"/>
            <a:ext cx="12185736" cy="685601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itre 1">
            <a:extLst>
              <a:ext uri="{FF2B5EF4-FFF2-40B4-BE49-F238E27FC236}">
                <a16:creationId xmlns:a16="http://schemas.microsoft.com/office/drawing/2014/main" id="{11947526-459B-1859-7D52-77DF6A3E37F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860833" y="1996243"/>
            <a:ext cx="10468849" cy="830997"/>
          </a:xfrm>
        </p:spPr>
        <p:txBody>
          <a:bodyPr vert="horz" wrap="square" lIns="45720" tIns="45720" rIns="45720" bIns="45720" rtlCol="0" anchor="t" anchorCtr="1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fr-FR" sz="4800" dirty="0">
                <a:solidFill>
                  <a:schemeClr val="bg1"/>
                </a:solidFill>
                <a:latin typeface="Aptos"/>
                <a:ea typeface="Calibri"/>
                <a:cs typeface="Calibri"/>
              </a:rPr>
              <a:t>Portefeuille de projet</a:t>
            </a:r>
            <a:endParaRPr lang="fr-FR" sz="4800" dirty="0">
              <a:solidFill>
                <a:schemeClr val="bg1"/>
              </a:solidFill>
              <a:ea typeface="Calibri"/>
              <a:cs typeface="Calibri"/>
            </a:endParaRP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DD05733-DE95-C40D-8C54-4739D0789823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3551852" y="5383068"/>
            <a:ext cx="5074882" cy="1475437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AA607-E216-B577-F180-687838CD3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425224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8104B-BAE4-6D61-7726-A846E9975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1BAC0679-F6FD-40AB-A882-1252626A4B97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809DCE2-34B5-689B-F1E4-372BACF9CB75}"/>
              </a:ext>
            </a:extLst>
          </p:cNvPr>
          <p:cNvSpPr/>
          <p:nvPr/>
        </p:nvSpPr>
        <p:spPr>
          <a:xfrm>
            <a:off x="692289" y="1379466"/>
            <a:ext cx="10803891" cy="518523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liste_sprints</a:t>
            </a:r>
            <a:r>
              <a:rPr lang="fr-FR"/>
              <a:t>}} </a:t>
            </a:r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CB61189-C996-97C0-21DD-92F55E295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2</a:t>
            </a:fld>
            <a:endParaRPr lang="fr-FR"/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322BCBC3-4109-6C13-2BF6-4DDA4436F3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23128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42A5D-D9CD-99D7-7157-8557B06FE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84846964-A39B-6820-99B4-5016D706E211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CEE923B-5760-1255-00B1-A62CC4E53292}"/>
              </a:ext>
            </a:extLst>
          </p:cNvPr>
          <p:cNvSpPr/>
          <p:nvPr/>
        </p:nvSpPr>
        <p:spPr>
          <a:xfrm>
            <a:off x="692289" y="1379466"/>
            <a:ext cx="10803891" cy="518523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</a:t>
            </a:r>
            <a:r>
              <a:rPr lang="fr-FR" err="1"/>
              <a:t>:</a:t>
            </a:r>
            <a:r>
              <a:rPr lang="fr-FR"/>
              <a:t>burndown}}</a:t>
            </a:r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CDBBB7B-2950-57B1-0B06-D081D2747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3</a:t>
            </a:fld>
            <a:endParaRPr lang="fr-FR"/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02A7ACD4-AA56-B9EB-EC23-5F5C60E0A5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47007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252F2-DADE-AD3A-CEB2-FF192354B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51901745-F289-9852-7FFE-D431785A99F4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C95B509-526B-5ED4-078B-3AA3568DAF9E}"/>
              </a:ext>
            </a:extLst>
          </p:cNvPr>
          <p:cNvSpPr/>
          <p:nvPr/>
        </p:nvSpPr>
        <p:spPr>
          <a:xfrm>
            <a:off x="692289" y="1379466"/>
            <a:ext cx="10803891" cy="325282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chart:burnup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ED9FE4B-4853-9D04-FA2F-7466FB76B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4</a:t>
            </a:fld>
            <a:endParaRPr lang="fr-FR"/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4F9F314B-4EC2-DEDF-EA08-A8A2A1551E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02564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D99F9-FF70-6781-F9D5-54CC98F74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15C009A0-47F0-2F8B-786B-1F6C7B6147C9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D72E0E4-5687-7167-AC4D-92B22160BD1C}"/>
              </a:ext>
            </a:extLst>
          </p:cNvPr>
          <p:cNvSpPr/>
          <p:nvPr/>
        </p:nvSpPr>
        <p:spPr>
          <a:xfrm>
            <a:off x="692289" y="1379467"/>
            <a:ext cx="10803891" cy="4709834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chart:velocity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681795B-B5D5-D45D-69B7-3569813C6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5</a:t>
            </a:fld>
            <a:endParaRPr lang="fr-FR"/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3C10B4A9-4EEE-DDBB-F8B3-7565E78127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2038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F3FB7-C385-0EC5-14C0-0D54AE39E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70A45353-3FD2-55C6-3D10-C5F0031550AE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B644419-65CA-B230-76B0-3D11922BABC3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 {{</a:t>
            </a:r>
            <a:r>
              <a:rPr lang="fr-FR" dirty="0" err="1"/>
              <a:t>chart:status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4A26D81-9636-B7E4-E10A-37AD26D81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6</a:t>
            </a:fld>
            <a:endParaRPr lang="fr-FR"/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BE95F7AB-8310-C5D1-33E3-BFFC5D382C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2656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5FE94-CE39-5ABD-1C97-67D6C38E6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4CE22694-8091-D734-27B9-8D878832A0A8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DA08C98-DE60-19CD-8D69-0E036D4081B5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 {{</a:t>
            </a:r>
            <a:r>
              <a:rPr lang="fr-FR" dirty="0" err="1"/>
              <a:t>chart:types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4DF3F68-011F-66D1-2C15-3315AB94AD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7</a:t>
            </a:fld>
            <a:endParaRPr lang="fr-FR"/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E23286A1-7071-4CBA-3011-588367EA5D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73129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C7235-8D19-C7A5-EBEE-B3C0A9259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E4F3CC4C-8826-5849-DC88-6E6682E7BE78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6293E5A-80FC-F271-BDE8-F0BD674E2AC6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 {{</a:t>
            </a:r>
            <a:r>
              <a:rPr lang="fr-FR" dirty="0" err="1"/>
              <a:t>chart:types_conso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D2BA1EF-32B9-67FD-03DC-579D11B01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8</a:t>
            </a:fld>
            <a:endParaRPr lang="fr-FR"/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D0A65CC1-4B96-627A-BEE7-4F6952A70C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2607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B55C1-531A-C1A0-EE63-7FC14F3DE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F8E051DD-27A9-B713-F917-AEEC05ACEF37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5D236C2-2A20-8FE6-D391-E48D4F14A540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 {{</a:t>
            </a:r>
            <a:r>
              <a:rPr lang="fr-FR" dirty="0" err="1"/>
              <a:t>chart:cycle_time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A5F20CE-4B2D-6098-5E28-99B86EBBF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9</a:t>
            </a:fld>
            <a:endParaRPr lang="fr-FR"/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A3B9D28A-36CC-78FF-3BA1-A3B948F4E4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41973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F4507-4003-6B47-37B5-AF2FF333D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78AD2C6A-8213-C0E4-C79D-D32B560D5182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1868FE7-8647-6313-9F6A-69CA188970EE}"/>
              </a:ext>
            </a:extLst>
          </p:cNvPr>
          <p:cNvSpPr/>
          <p:nvPr/>
        </p:nvSpPr>
        <p:spPr>
          <a:xfrm>
            <a:off x="692289" y="1379466"/>
            <a:ext cx="10803891" cy="1132621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kpi</a:t>
            </a:r>
            <a:r>
              <a:rPr lang="fr-FR" dirty="0"/>
              <a:t>:*}}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3A75C6B-E9B2-8895-8604-B6FF66B429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10</a:t>
            </a:fld>
            <a:endParaRPr lang="fr-FR"/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176EC631-4EAE-8D44-3A33-7AE3F13223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4012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55EEF-EA18-EAEE-99AA-D13AE5638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50A52150-838A-0826-B9BA-3ABF18DBCE87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DE34CF7-44AB-E47D-5244-6C9FB6881536}"/>
              </a:ext>
            </a:extLst>
          </p:cNvPr>
          <p:cNvSpPr/>
          <p:nvPr/>
        </p:nvSpPr>
        <p:spPr>
          <a:xfrm>
            <a:off x="692289" y="1379466"/>
            <a:ext cx="10803891" cy="4862992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/>
              <a:t>liste_epics}}</a:t>
            </a:r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B62C832-8453-AC15-8AF0-C294CF348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11</a:t>
            </a:fld>
            <a:endParaRPr lang="fr-FR"/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82A37344-6655-8A80-0259-1CAA4FDDD7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940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61B2E-F3A1-6715-D479-582C8458E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F671D6AF-B33C-55A4-E3D4-F29DCBE126F3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A694671-6459-F711-A2DA-FA3182BCF63F}"/>
              </a:ext>
            </a:extLst>
          </p:cNvPr>
          <p:cNvSpPr/>
          <p:nvPr/>
        </p:nvSpPr>
        <p:spPr>
          <a:xfrm>
            <a:off x="692289" y="1379466"/>
            <a:ext cx="10803891" cy="4862992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coach:synthese</a:t>
            </a:r>
            <a:r>
              <a:rPr lang="fr-FR"/>
              <a:t>}}</a:t>
            </a:r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DE1A1E7-2665-2610-920B-5373E0A1E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12</a:t>
            </a:fld>
            <a:endParaRPr lang="fr-FR"/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99226B3D-7813-1DD5-B7D2-566DAA90B7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16399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249</TotalTime>
  <Words>167</Words>
  <Application>Microsoft Office PowerPoint</Application>
  <PresentationFormat>Grand écran</PresentationFormat>
  <Paragraphs>71</Paragraphs>
  <Slides>12</Slides>
  <Notes>12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Thème Office</vt:lpstr>
      <vt:lpstr>Portefeuille de projet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Gilles BRIEUX</dc:creator>
  <cp:lastModifiedBy>Gilles Brieux</cp:lastModifiedBy>
  <cp:revision>4220</cp:revision>
  <dcterms:created xsi:type="dcterms:W3CDTF">2026-07-06T12:04:44Z</dcterms:created>
  <dcterms:modified xsi:type="dcterms:W3CDTF">2026-08-06T12:18:36Z</dcterms:modified>
</cp:coreProperties>
</file>