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74" r:id="rId2"/>
    <p:sldId id="311" r:id="rId3"/>
    <p:sldId id="315" r:id="rId4"/>
    <p:sldId id="324" r:id="rId5"/>
    <p:sldId id="325" r:id="rId6"/>
    <p:sldId id="307" r:id="rId7"/>
    <p:sldId id="320" r:id="rId8"/>
    <p:sldId id="321" r:id="rId9"/>
    <p:sldId id="319" r:id="rId10"/>
    <p:sldId id="308" r:id="rId11"/>
    <p:sldId id="322" r:id="rId12"/>
    <p:sldId id="323" r:id="rId13"/>
    <p:sldId id="309" r:id="rId14"/>
    <p:sldId id="312" r:id="rId15"/>
    <p:sldId id="314" r:id="rId16"/>
    <p:sldId id="326" r:id="rId28"/>
    <p:sldId id="327" r:id="rId29"/>
    <p:sldId id="329" r:id="rId31"/>
    <p:sldId id="313" r:id="rId17"/>
    <p:sldId id="318" r:id="rId18"/>
    <p:sldId id="310" r:id="rId19"/>
    <p:sldId id="316" r:id="rId20"/>
    <p:sldId id="317" r:id="rId21"/>
    <p:sldId id="328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FDADC5-208F-0E7C-527D-B57A597BA2A3}" v="200" dt="2026-07-22T11:16:09.660"/>
    <p1510:client id="{25E61063-DD6F-07B0-8C34-B8914A388A09}" v="1479" dt="2026-07-22T08:32:53.317"/>
    <p1510:client id="{25F5E8D3-B642-A7CE-259A-7A3BF6D5F94E}" v="1068" dt="2026-07-20T21:21:54.711"/>
    <p1510:client id="{47FCFDFA-7917-9656-5270-D4AF2D16CD47}" v="245" dt="2026-07-21T10:16:18.300"/>
    <p1510:client id="{57B3C26D-988E-0E2C-E491-CC5C5D89CBD3}" v="35" dt="2026-07-21T07:28:25.326"/>
    <p1510:client id="{6DF66007-C3C9-EF47-A66F-444B894DA67A}" v="56" dt="2026-07-21T13:13:28.540"/>
    <p1510:client id="{E51D12F0-6376-20FA-D930-E995DE5EDDBE}" v="965" dt="2026-07-22T14:14:51.275"/>
    <p1510:client id="{E5C148E2-1294-8256-8F79-BE6DF1FBF8DA}" v="5" dt="2026-07-20T20:56:28.917"/>
    <p1510:client id="{FDA5A145-3163-0C3F-2573-A2BF10017BD5}" v="1553" dt="2026-07-20T20:51:27.7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5/10/relationships/revisionInfo" Target="revisionInfo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F5B78C-9A99-4196-93B5-0952C5AE7F9C}" type="datetimeFigureOut">
              <a:t>31/08/2026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74FB88-F805-4279-971C-EE18BDE6E978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655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9DD34D85-1C5A-C3AF-CE50-9DC993B00C4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B434E868-CF38-1184-FE3E-E5645775706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70B4B8F-5F7E-4B3F-893C-0F2E49AE1CFD}" type="slidenum">
              <a:t>1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E88B9704-5A0B-2F45-E166-B77B731F8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457C9D10-955D-47F5-9334-15A9C87C3E81}" type="slidenum">
              <a:t>1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FE12DAD-DDAC-C8F2-F2B5-6ADB8B2FC6F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2307E2E-9684-D0C5-68FD-0A3BDE1144C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7D164-964E-1927-833E-EED45572C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04AB85E7-C4F4-3C1C-49E3-F1EFD27653E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D257A100-9D40-6900-DDCC-B2295DF97BF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2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BCB01A40-383D-9580-5746-20BD95687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2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0F4A057-B5D1-3336-23D6-E4091872365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8F2F2A5-A44F-21A6-8154-B3D289189A1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3459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D32B7-20BD-5A16-6D69-9030A19D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9E50A627-5EC6-E9A1-B0C8-A09F4458C35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7C2EEB53-4361-D3C4-FDF2-DB34F19D6FA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3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AA4C1020-B1E9-2CBD-624D-464BEAFC6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3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C5FCEE9-E07B-B910-BC01-4CCF6F91CAE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D46A41E-E7F3-42A3-71AF-F3430CCBC67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0799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DB1CA-9CA7-0BB1-A57E-62312029B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22CF790B-409D-3C26-69FD-0D813B57544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AF16A1C8-4F62-89D6-53AB-C28E776DBEC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4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2E6BEC3E-F2FE-1BA9-2964-EFB61C482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4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04AE8F2-1EF7-206C-A09C-34370D174E6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3EDCE5B-42FD-A179-6E01-E00131F07D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255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7F5D9-40E6-3612-C609-2B01601AE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0C5E7338-34BA-44CC-0FB2-CFE6B327990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C86402EA-A56D-A924-7479-D92680E340C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5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80408A4D-601A-1E6A-63D4-C783A9CFC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5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29AE446-E4A7-53D9-1912-913CC5B0893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B33F8F9-E5C1-9FA1-49BB-53B9654E336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3540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39754-E8D3-60E8-4F5D-B01620AD0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75B2F6AD-EFF9-59C6-28A3-AF68B5901E7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D28F4B3E-1E24-2A27-415A-113561B9FA3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6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56CFDDDF-A32F-0AB7-9E15-9CE097461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6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2FDD49A-D964-E986-D87F-E2ADB81807D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1AA87BF-2338-03EB-62C3-B331D0D366D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9241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0CAB8-CB83-B824-E2E6-643F57CB1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881FE12E-242A-B6AB-4E77-4132519D018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12537EE7-0504-7C80-7091-62E048A2A05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7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EABFBC94-686A-3730-8830-F4663A652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7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30E60EF-A834-C65A-0266-F169DB5B9E8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5728972-15C5-92A7-539F-D62E8B83B80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4904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BF5C9-C61C-7D07-1F40-1A73B2891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1C18E065-2217-CB64-D55F-16C1850846B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6EDBD984-DA7C-D97A-B7AE-1926B39B9AA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8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D7D6BCB4-8521-084C-5254-3CDBC72C25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8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04AAD96-EA5E-AC04-C6CD-6B1FE762710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9663BC4-D08A-9853-31DB-B3644A51813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3604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40C08-D5BF-9549-C2D0-030683B28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42F793BD-82E6-96EC-4435-6B9DD5D3A52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D2BCC873-DA8A-431B-E55E-7A2E92A4C62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9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C3860D17-889B-F432-815C-D166F55C1A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9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23EF740-55B3-8181-A428-E057F12ED89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44859E8-DBFE-FEC0-2862-6955A792E42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3775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719E1-368C-0660-6683-02C1C7E2C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018F4386-9811-1F15-956E-A1DD2D033DA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BF4CC3F1-5956-CF0E-3D2C-DD507195249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10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9F0C6434-BDAC-176C-5371-1F5BCB291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10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8722928-616F-979A-D15F-D39B975F38F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4727C8A-2079-D3E3-A86B-973BE027DAD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3263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9F017-6BB6-72C2-CF81-92298D797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477A201D-EF21-F83F-F723-75A33488C45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C8600541-EF9F-D9E3-9A29-9946DB4D112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11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8C783D69-321A-4655-8EBD-5DECA065E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11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B0EFAB1-DD3C-B526-9C16-4FF3C49EDB2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96871B5-EA89-118E-4825-D66DC731301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39305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7113E-43C9-1217-B3EF-CB0000084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4D079003-2F5C-9415-4C85-E0EB8DC4F1B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21322EBC-833A-7A6A-8D72-DA14BA6744C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12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1423E756-8C43-0E03-67FE-B169AE2C5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12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7613BC7-2D94-91BC-A881-E1E7BCFDB1A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17127AE-0914-5E99-037B-34AC7CBFD9F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1713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510F8-B795-D47E-86C1-33C5BAA25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3F591782-4804-2B39-0A95-252B714B9AA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10F4C261-6EA4-C555-564A-2C2AB837BD3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13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8DA82FD7-F41A-19BA-C1B5-9CCF1ED13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13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DBBB10E-0798-32B5-BB45-19EC72A3E4D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7267007-55CA-47CC-1568-AD472070CE9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84504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2FE95-1D38-6447-ABA5-D9A73C03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647B60BC-FEF4-17B9-C1E2-469F2408EA8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5DCFA3C2-F70D-7E5C-88B8-3D5DB77ECB6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14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497CA3BD-3B5B-D638-9E8A-AC8705052A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14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9DB12CF-A901-27BC-7338-C3D5D41283D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9339234-6039-DDA0-FE46-F754228CF77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44065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9521E-FB27-D653-A801-3FF6B2A83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1B3DE8FC-6502-0C3F-5727-9EEF67F4BE6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DFF8B2EB-82DD-3702-14F1-A5150034109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15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E591BC17-EA1B-5C26-F2E0-71AADCB6B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15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0EC5E14-9A49-0D2E-575E-AEE5418725C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879B222-E7EE-9E2D-414C-0854D14BF39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7188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7597B-0D9A-0611-4A34-9F9ECBAC4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FFBDEB58-D51E-0CF6-DBB1-E4722916AC9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103C3885-A870-3B6C-FBDC-986B65F7961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16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FC2F4392-85C2-01DA-A340-C6D3B47C3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16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6480893-3C66-D9A2-BA03-C0512A3DB32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9149EB0-B48A-F72B-CD9C-360CF5BA614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7856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A5B97-ECBB-979C-0105-DDF700123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9765F78D-53BC-E40E-85A3-C3A38C855CB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48FBF17F-76CC-465D-47B0-33FF60C8D64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17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10C462FA-5E4D-6E7B-E13D-D8F2A262B9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17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E8A270B-C74C-3291-5A11-9AEB3F7968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9EADE45-EC71-731E-2A8B-28EDBBC48D1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6351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F676A-E1E4-DA3B-43FC-79A377D08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01ADD930-AE3E-ECB5-3798-9EF25F7C825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8A450DE1-931B-DCBF-C5CB-D5D99664D0C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18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05442ABE-1700-371C-89C8-C9B266582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18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8083BAC-33FC-9236-C387-4713176C805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42A6B23-5A7A-B94E-2490-D5F6F35BAB1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30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ED485-5A4B-96B5-79A7-B2CE62C0A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BC69C501-131A-EF2F-054E-6A51F02B8DF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6A0E28BC-3D32-39A5-217B-610C622E404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19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E02562BD-902F-1586-DE58-2ECCC379B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19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EF0F377-17DE-7077-6651-16574FC9C21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6EC629-B077-D4AD-208E-EB66CE7378F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8415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EB849-C8B5-46DE-D350-E6C60A244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845443AC-DAC4-C26F-1AD5-73765339FD8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 vert="horz" lIns="91440" tIns="45720" rIns="91440" bIns="45720" rtlCol="0"/>
          <a:lstStyle/>
          <a:p>
            <a:fld id="{179A66FE-F4F6-454F-8E0C-628A9DA985DF}" type="datetimeFigureOut">
              <a:t>31/08/2026</a:t>
            </a:fld>
            <a:endParaRPr lang="fr-FR"/>
          </a:p>
        </p:txBody>
      </p:sp>
      <p:sp>
        <p:nvSpPr>
          <p:cNvPr id="9" name="Espace réservé du numéro de diapositive 12">
            <a:extLst>
              <a:ext uri="{FF2B5EF4-FFF2-40B4-BE49-F238E27FC236}">
                <a16:creationId xmlns:a16="http://schemas.microsoft.com/office/drawing/2014/main" id="{4BF99372-8EFD-6340-59C3-8D9EEF03EB7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0941C839-6C4E-4BA1-AFC6-477B4C42B86E}" type="slidenum">
              <a:t>20</a:t>
            </a:fld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E57CED96-B8EE-758E-0B5E-31CA8A4A5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vert="horz" lIns="91440" tIns="45720" rIns="91440" bIns="45720" rtlCol="0" anchor="b"/>
          <a:lstStyle/>
          <a:p>
            <a:fld id="{5A8F3918-74C9-4FF7-86C9-18982F794D18}" type="slidenum">
              <a:t>20</a:t>
            </a:fld>
            <a:endParaRPr lang="fr-FR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BE99646-53BA-4D59-2172-ED0219A87C1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1E999A7-9059-7093-2791-81FB53B25C5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25662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E98C898-26EC-A2DC-4450-C8FF9494593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3936" y="1083"/>
            <a:ext cx="12185736" cy="68560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11947526-459B-1859-7D52-77DF6A3E37F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60833" y="1996243"/>
            <a:ext cx="10468849" cy="830997"/>
          </a:xfrm>
        </p:spPr>
        <p:txBody>
          <a:bodyPr vert="horz" wrap="square" lIns="45720" tIns="45720" rIns="45720" bIns="45720" rtlCol="0" anchor="t" anchorCtr="1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fr-FR" sz="4800" dirty="0">
                <a:solidFill>
                  <a:schemeClr val="bg1"/>
                </a:solidFill>
                <a:latin typeface="Aptos"/>
                <a:ea typeface="Calibri"/>
                <a:cs typeface="Calibri"/>
              </a:rPr>
              <a:t>Portefeuille de projet</a:t>
            </a:r>
            <a:endParaRPr lang="fr-FR" sz="48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DD05733-DE95-C40D-8C54-4739D078982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551852" y="5383068"/>
            <a:ext cx="5074882" cy="147543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AA607-E216-B577-F180-687838CD3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42522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8104B-BAE4-6D61-7726-A846E9975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1BAC0679-F6FD-40AB-A882-1252626A4B97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09DCE2-34B5-689B-F1E4-372BACF9CB75}"/>
              </a:ext>
            </a:extLst>
          </p:cNvPr>
          <p:cNvSpPr/>
          <p:nvPr/>
        </p:nvSpPr>
        <p:spPr>
          <a:xfrm>
            <a:off x="692289" y="1379466"/>
            <a:ext cx="10803891" cy="518523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liste_sprints</a:t>
            </a:r>
            <a:r>
              <a:rPr lang="fr-FR"/>
              <a:t>}} 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CB61189-C996-97C0-21DD-92F55E295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322BCBC3-4109-6C13-2BF6-4DDA4436F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312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42A5D-D9CD-99D7-7157-8557B06FE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84846964-A39B-6820-99B4-5016D706E211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EE923B-5760-1255-00B1-A62CC4E53292}"/>
              </a:ext>
            </a:extLst>
          </p:cNvPr>
          <p:cNvSpPr/>
          <p:nvPr/>
        </p:nvSpPr>
        <p:spPr>
          <a:xfrm>
            <a:off x="692289" y="1379466"/>
            <a:ext cx="10803891" cy="518523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</a:t>
            </a:r>
            <a:r>
              <a:rPr lang="fr-FR" err="1"/>
              <a:t>:</a:t>
            </a:r>
            <a:r>
              <a:rPr lang="fr-FR"/>
              <a:t>burndown}}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CDBBB7B-2950-57B1-0B06-D081D2747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02A7ACD4-AA56-B9EB-EC23-5F5C60E0A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00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C796-2390-D0B6-2F9A-4FEE112FE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13D76715-EC73-DF22-676A-895ED13CCF89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F1C0AB-C3FD-6D07-E1A0-E733DA8A3874}"/>
              </a:ext>
            </a:extLst>
          </p:cNvPr>
          <p:cNvSpPr/>
          <p:nvPr/>
        </p:nvSpPr>
        <p:spPr>
          <a:xfrm>
            <a:off x="692289" y="1379466"/>
            <a:ext cx="10803891" cy="518523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chart:burndown_US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9DB9AE9-ED10-E4E9-584E-6F522E1C6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4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6A37FBC8-EB19-DCCA-EA69-4EF8B118E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039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1291-244E-D907-80C5-6D0F22FE1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DAAC45C8-F7C9-79D0-2426-BCA007AAD452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92AFC3-8E8B-14FD-45A4-C3C747620DFF}"/>
              </a:ext>
            </a:extLst>
          </p:cNvPr>
          <p:cNvSpPr/>
          <p:nvPr/>
        </p:nvSpPr>
        <p:spPr>
          <a:xfrm>
            <a:off x="692289" y="1379466"/>
            <a:ext cx="10803891" cy="518523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chart:burndown_SP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E335E-11BF-7B40-65AD-C21B9DD12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5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25533AFA-39DC-02CC-7FDF-809D59390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55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252F2-DADE-AD3A-CEB2-FF192354B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51901745-F289-9852-7FFE-D431785A99F4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95B509-526B-5ED4-078B-3AA3568DAF9E}"/>
              </a:ext>
            </a:extLst>
          </p:cNvPr>
          <p:cNvSpPr/>
          <p:nvPr/>
        </p:nvSpPr>
        <p:spPr>
          <a:xfrm>
            <a:off x="692289" y="1379466"/>
            <a:ext cx="10803891" cy="325282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chart:burnup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D9FE4B-4853-9D04-FA2F-7466FB76B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6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4F9F314B-4EC2-DEDF-EA08-A8A2A1551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256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AD302-89AC-41FA-AB1C-698340642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532E7F21-9349-D5B2-3E9E-724C1DF2F7F6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FB82F0-983D-A735-CECD-77A62E2EC6E3}"/>
              </a:ext>
            </a:extLst>
          </p:cNvPr>
          <p:cNvSpPr/>
          <p:nvPr/>
        </p:nvSpPr>
        <p:spPr>
          <a:xfrm>
            <a:off x="692289" y="1379466"/>
            <a:ext cx="10803891" cy="325282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chart:burnup_NB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CC8616-F6AF-6031-234F-A8C117329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7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5429D165-5914-27F6-AC55-917D03C87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17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486C7-4F02-19A2-A98D-29D3BB789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1399BBBB-B4EC-04B4-75A8-E7E92D410535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A0A04E-F9FF-8C26-1CE3-7693B18E4B0D}"/>
              </a:ext>
            </a:extLst>
          </p:cNvPr>
          <p:cNvSpPr/>
          <p:nvPr/>
        </p:nvSpPr>
        <p:spPr>
          <a:xfrm>
            <a:off x="692289" y="1379466"/>
            <a:ext cx="10803891" cy="325282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chart:burnup_SP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A451857-5C1E-EF2E-6EFD-7ACB0BB53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16B665D6-254B-AA5D-182C-06343CFCF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14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82A08-1BB9-1CED-302A-A0C43FD23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E0A939D5-ABE6-0717-F391-61A31A2A9D30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83E478-8769-1577-B72F-F90E0C9AF3C8}"/>
              </a:ext>
            </a:extLst>
          </p:cNvPr>
          <p:cNvSpPr/>
          <p:nvPr/>
        </p:nvSpPr>
        <p:spPr>
          <a:xfrm>
            <a:off x="692289" y="1379466"/>
            <a:ext cx="10803891" cy="325282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chart:cumulative_flow_diagram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8551533-36FF-4E03-FCA6-0A4E33DB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9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E7B15856-C9EC-2929-34B3-7114ACA76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271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D99F9-FF70-6781-F9D5-54CC98F74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15C009A0-47F0-2F8B-786B-1F6C7B6147C9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72E0E4-5687-7167-AC4D-92B22160BD1C}"/>
              </a:ext>
            </a:extLst>
          </p:cNvPr>
          <p:cNvSpPr/>
          <p:nvPr/>
        </p:nvSpPr>
        <p:spPr>
          <a:xfrm>
            <a:off x="692289" y="1379467"/>
            <a:ext cx="10803891" cy="470983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chart:velocity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681795B-B5D5-D45D-69B7-3569813C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10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3C10B4A9-4EEE-DDBB-F8B3-7565E7812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03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176F0-7CE1-ABB8-35B6-61109FDC6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75F6C4EA-67BC-448F-16AB-ED01F9EE7FFD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E31738-8CB8-88EC-761F-D9E5E11785B4}"/>
              </a:ext>
            </a:extLst>
          </p:cNvPr>
          <p:cNvSpPr/>
          <p:nvPr/>
        </p:nvSpPr>
        <p:spPr>
          <a:xfrm>
            <a:off x="692289" y="1379467"/>
            <a:ext cx="10803891" cy="470983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chart:velocity_US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081260E-736B-8AFD-6FAC-C5E182879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11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806B39D9-B9D9-C930-D74C-A8D6656D3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299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356F9-9392-849E-1186-9A92B6875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0D065C64-6AF6-CCB4-DDE8-C7E10F50D774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2388BB-04EA-B760-49FF-6FB09DCEC444}"/>
              </a:ext>
            </a:extLst>
          </p:cNvPr>
          <p:cNvSpPr/>
          <p:nvPr/>
        </p:nvSpPr>
        <p:spPr>
          <a:xfrm>
            <a:off x="692289" y="1379467"/>
            <a:ext cx="10803891" cy="470983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chart:velocity_SP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50901C2-4167-0A86-6E55-70128F9F2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12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29309025-8B1B-33B4-7186-6E5115913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43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F3FB7-C385-0EC5-14C0-0D54AE39E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70A45353-3FD2-55C6-3D10-C5F0031550AE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644419-65CA-B230-76B0-3D11922BABC3}"/>
              </a:ext>
            </a:extLst>
          </p:cNvPr>
          <p:cNvSpPr/>
          <p:nvPr/>
        </p:nvSpPr>
        <p:spPr>
          <a:xfrm>
            <a:off x="692289" y="1379467"/>
            <a:ext cx="10803891" cy="47500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 {{</a:t>
            </a:r>
            <a:r>
              <a:rPr lang="fr-FR" dirty="0" err="1"/>
              <a:t>chart:status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4A26D81-9636-B7E4-E10A-37AD26D81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13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BE95F7AB-8310-C5D1-33E3-BFFC5D382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65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5FE94-CE39-5ABD-1C97-67D6C38E6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4CE22694-8091-D734-27B9-8D878832A0A8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A08C98-DE60-19CD-8D69-0E036D4081B5}"/>
              </a:ext>
            </a:extLst>
          </p:cNvPr>
          <p:cNvSpPr/>
          <p:nvPr/>
        </p:nvSpPr>
        <p:spPr>
          <a:xfrm>
            <a:off x="692289" y="1379467"/>
            <a:ext cx="10803891" cy="47500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 {{</a:t>
            </a:r>
            <a:r>
              <a:rPr lang="fr-FR" dirty="0" err="1"/>
              <a:t>chart:types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DF3F68-011F-66D1-2C15-3315AB94A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14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E23286A1-7071-4CBA-3011-588367EA5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312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C7235-8D19-C7A5-EBEE-B3C0A9259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E4F3CC4C-8826-5849-DC88-6E6682E7BE78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293E5A-80FC-F271-BDE8-F0BD674E2AC6}"/>
              </a:ext>
            </a:extLst>
          </p:cNvPr>
          <p:cNvSpPr/>
          <p:nvPr/>
        </p:nvSpPr>
        <p:spPr>
          <a:xfrm>
            <a:off x="692289" y="1379467"/>
            <a:ext cx="10803891" cy="47500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 {{</a:t>
            </a:r>
            <a:r>
              <a:rPr lang="fr-FR" dirty="0" err="1"/>
              <a:t>chart:types_conso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2BA1EF-32B9-67FD-03DC-579D11B0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15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D0A65CC1-4B96-627A-BEE7-4F6952A70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607477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ZoneTexte 6">
            <a:extLst>
              <a:ext uri="{FF2B5EF4-FFF2-40B4-BE49-F238E27FC236}">
                <a16:creationId xmlns:a16="http://schemas.microsoft.com/office/drawing/2014/main" id="{E4F3CC4C-8826-5849-DC88-6E6682E7BE78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293E5A-80FC-F271-BDE8-F0BD674E2AC6}"/>
              </a:ext>
            </a:extLst>
          </p:cNvPr>
          <p:cNvSpPr/>
          <p:nvPr/>
        </p:nvSpPr>
        <p:spPr>
          <a:xfrm>
            <a:off x="692289" y="1379467"/>
            <a:ext cx="10803891" cy="47500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 {{chart:conso_corrective}}</a:t>
            </a:r>
            <a:r>
              <a:rPr lang="fr-FR" dirty="0" err="1"/>
              <a:t/>
            </a:r>
            <a:r>
              <a:rPr lang="fr-FR" dirty="0"/>
              <a:t/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2BA1EF-32B9-67FD-03DC-579D11B0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16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D0A65CC1-4B96-627A-BEE7-4F6952A70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ZoneTexte 6">
            <a:extLst>
              <a:ext uri="{FF2B5EF4-FFF2-40B4-BE49-F238E27FC236}">
                <a16:creationId xmlns:a16="http://schemas.microsoft.com/office/drawing/2014/main" id="{E4F3CC4C-8826-5849-DC88-6E6682E7BE78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293E5A-80FC-F271-BDE8-F0BD674E2AC6}"/>
              </a:ext>
            </a:extLst>
          </p:cNvPr>
          <p:cNvSpPr/>
          <p:nvPr/>
        </p:nvSpPr>
        <p:spPr>
          <a:xfrm>
            <a:off x="692289" y="1379467"/>
            <a:ext cx="10803891" cy="47500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 {{chart:tempo_conso}}</a:t>
            </a:r>
            <a:r>
              <a:rPr lang="fr-FR" dirty="0" err="1"/>
              <a:t/>
            </a:r>
            <a:r>
              <a:rPr lang="fr-FR" dirty="0"/>
              <a:t/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2BA1EF-32B9-67FD-03DC-579D11B0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17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D0A65CC1-4B96-627A-BEE7-4F6952A70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B55C1-531A-C1A0-EE63-7FC14F3DE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F8E051DD-27A9-B713-F917-AEEC05ACEF37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D236C2-2A20-8FE6-D391-E48D4F14A540}"/>
              </a:ext>
            </a:extLst>
          </p:cNvPr>
          <p:cNvSpPr/>
          <p:nvPr/>
        </p:nvSpPr>
        <p:spPr>
          <a:xfrm>
            <a:off x="692289" y="1379467"/>
            <a:ext cx="10803891" cy="47500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 {{</a:t>
            </a:r>
            <a:r>
              <a:rPr lang="fr-FR" dirty="0" err="1"/>
              <a:t>chart:cycle_time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A5F20CE-4B2D-6098-5E28-99B86EBB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19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A3B9D28A-36CC-78FF-3BA1-A3B948F4E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197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C7BEB-A0C8-5668-D00C-5A13F6FE2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C8D3DA82-7886-76EC-0072-D4A0BBD98DC7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646716-7349-E4CE-757A-AAED041188FB}"/>
              </a:ext>
            </a:extLst>
          </p:cNvPr>
          <p:cNvSpPr/>
          <p:nvPr/>
        </p:nvSpPr>
        <p:spPr>
          <a:xfrm>
            <a:off x="692289" y="1379467"/>
            <a:ext cx="10803891" cy="47500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chart:sprint_spread</a:t>
            </a:r>
            <a:r>
              <a:rPr lang="fr-FR" dirty="0"/>
              <a:t>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3D9C0E0-F4BF-BC4B-AC48-69E74FC86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20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90443B85-84DC-44F4-A802-3878BF7E6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748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F4507-4003-6B47-37B5-AF2FF333D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78AD2C6A-8213-C0E4-C79D-D32B560D5182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868FE7-8647-6313-9F6A-69CA188970EE}"/>
              </a:ext>
            </a:extLst>
          </p:cNvPr>
          <p:cNvSpPr/>
          <p:nvPr/>
        </p:nvSpPr>
        <p:spPr>
          <a:xfrm>
            <a:off x="692289" y="1379466"/>
            <a:ext cx="10803891" cy="1132621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kpi</a:t>
            </a:r>
            <a:r>
              <a:rPr lang="fr-FR" dirty="0"/>
              <a:t>:*}}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3A75C6B-E9B2-8895-8604-B6FF66B42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21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176EC631-4EAE-8D44-3A33-7AE3F1322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01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55EEF-EA18-EAEE-99AA-D13AE5638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50A52150-838A-0826-B9BA-3ABF18DBCE87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E34CF7-44AB-E47D-5244-6C9FB6881536}"/>
              </a:ext>
            </a:extLst>
          </p:cNvPr>
          <p:cNvSpPr/>
          <p:nvPr/>
        </p:nvSpPr>
        <p:spPr>
          <a:xfrm>
            <a:off x="692289" y="1379466"/>
            <a:ext cx="10803891" cy="486299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/>
              <a:t>liste_epics}}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B62C832-8453-AC15-8AF0-C294CF348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22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82A37344-6655-8A80-0259-1CAA4FDDD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4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61B2E-F3A1-6715-D479-582C8458E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6">
            <a:extLst>
              <a:ext uri="{FF2B5EF4-FFF2-40B4-BE49-F238E27FC236}">
                <a16:creationId xmlns:a16="http://schemas.microsoft.com/office/drawing/2014/main" id="{F671D6AF-B33C-55A4-E3D4-F29DCBE126F3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694671-6459-F711-A2DA-FA3182BCF63F}"/>
              </a:ext>
            </a:extLst>
          </p:cNvPr>
          <p:cNvSpPr/>
          <p:nvPr/>
        </p:nvSpPr>
        <p:spPr>
          <a:xfrm>
            <a:off x="692289" y="1379466"/>
            <a:ext cx="10803891" cy="486299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</a:t>
            </a:r>
            <a:r>
              <a:rPr lang="fr-FR" dirty="0" err="1"/>
              <a:t>coach:synthese</a:t>
            </a:r>
            <a:r>
              <a:rPr lang="fr-FR"/>
              <a:t>}}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E1A1E7-2665-2610-920B-5373E0A1E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23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99226B3D-7813-1DD5-B7D2-566DAA90B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63990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ZoneTexte 6">
            <a:extLst>
              <a:ext uri="{FF2B5EF4-FFF2-40B4-BE49-F238E27FC236}">
                <a16:creationId xmlns:a16="http://schemas.microsoft.com/office/drawing/2014/main" id="{F671D6AF-B33C-55A4-E3D4-F29DCBE126F3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694671-6459-F711-A2DA-FA3182BCF63F}"/>
              </a:ext>
            </a:extLst>
          </p:cNvPr>
          <p:cNvSpPr/>
          <p:nvPr/>
        </p:nvSpPr>
        <p:spPr>
          <a:xfrm>
            <a:off x="692289" y="1379466"/>
            <a:ext cx="10803891" cy="486299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{{coach:decisions}}</a:t>
            </a:r>
            <a:r>
              <a:rPr lang="fr-FR" dirty="0" err="1"/>
              <a:t/>
            </a:r>
            <a:r>
              <a:rPr lang="fr-FR"/>
              <a:t/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E1A1E7-2665-2610-920B-5373E0A1E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24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99226B3D-7813-1DD5-B7D2-566DAA90B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ZoneTexte 6">
            <a:extLst>
              <a:ext uri="{FF2B5EF4-FFF2-40B4-BE49-F238E27FC236}">
                <a16:creationId xmlns:a16="http://schemas.microsoft.com/office/drawing/2014/main" id="{E4F3CC4C-8826-5849-DC88-6E6682E7BE78}"/>
              </a:ext>
            </a:extLst>
          </p:cNvPr>
          <p:cNvSpPr txBox="1"/>
          <p:nvPr/>
        </p:nvSpPr>
        <p:spPr>
          <a:xfrm>
            <a:off x="692289" y="365303"/>
            <a:ext cx="8756869" cy="6561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673" tIns="45837" rIns="91673" bIns="45837" anchor="t" anchorCtr="0" compatLnSpc="0">
            <a:sp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30"/>
            </a:pP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{{</a:t>
            </a:r>
            <a:r>
              <a:rPr lang="fr-FR" sz="3600" kern="0" dirty="0" err="1">
                <a:solidFill>
                  <a:srgbClr val="1F4E79"/>
                </a:solidFill>
                <a:ea typeface="+mn-lt"/>
                <a:cs typeface="+mn-lt"/>
              </a:rPr>
              <a:t>project_name</a:t>
            </a:r>
            <a:r>
              <a:rPr lang="fr-FR" sz="3600" kern="0" dirty="0">
                <a:solidFill>
                  <a:srgbClr val="1F4E79"/>
                </a:solidFill>
                <a:ea typeface="+mn-lt"/>
                <a:cs typeface="+mn-lt"/>
              </a:rPr>
              <a:t>}}</a:t>
            </a:r>
            <a:endParaRPr lang="fr-FR" sz="3600" kern="0" dirty="0">
              <a:solidFill>
                <a:srgbClr val="1F4E79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293E5A-80FC-F271-BDE8-F0BD674E2AC6}"/>
              </a:ext>
            </a:extLst>
          </p:cNvPr>
          <p:cNvSpPr/>
          <p:nvPr/>
        </p:nvSpPr>
        <p:spPr>
          <a:xfrm>
            <a:off x="692289" y="1379467"/>
            <a:ext cx="10803891" cy="47500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673" tIns="45837" rIns="91673" bIns="45837" anchor="t" anchorCtr="0" compatLnSpc="0">
            <a:noAutofit/>
          </a:bodyPr>
          <a:lstStyle>
            <a:defPPr>
              <a:defRPr lang="fr-FR"/>
            </a:defPPr>
            <a:lvl1pPr marL="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524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0493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574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098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623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1480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6727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21974" algn="l" defTabSz="930493" rtl="0" eaLnBrk="1" latinLnBrk="0" hangingPunct="1">
              <a:defRPr sz="1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 {{chart:tempo_types}}</a:t>
            </a:r>
            <a:r>
              <a:rPr lang="fr-FR" dirty="0" err="1"/>
              <a:t/>
            </a:r>
            <a:r>
              <a:rPr lang="fr-FR" dirty="0"/>
              <a:t/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2BA1EF-32B9-67FD-03DC-579D11B0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18</a:t>
            </a:r>
          </a:p>
        </p:txBody>
      </p:sp>
      <p:pic>
        <p:nvPicPr>
          <p:cNvPr id="6" name="Image 5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D0A65CC1-4B96-627A-BEE7-4F6952A70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572" y="507546"/>
            <a:ext cx="1524000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297</Words>
  <Application>Microsoft Office PowerPoint</Application>
  <PresentationFormat>Grand écran</PresentationFormat>
  <Paragraphs>119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Thème Office</vt:lpstr>
      <vt:lpstr>Portefeuille de projet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Gilles BRIEUX</dc:creator>
  <cp:lastModifiedBy>Gilles BRIEUX</cp:lastModifiedBy>
  <cp:revision>4221</cp:revision>
  <dcterms:created xsi:type="dcterms:W3CDTF">2026-07-06T12:04:44Z</dcterms:created>
  <dcterms:modified xsi:type="dcterms:W3CDTF">2026-08-31T15:22:21Z</dcterms:modified>
</cp:coreProperties>
</file>