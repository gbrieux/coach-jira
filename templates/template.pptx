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74" r:id="rId2"/>
    <p:sldId id="311" r:id="rId3"/>
    <p:sldId id="324" r:id="rId4"/>
    <p:sldId id="315" r:id="rId5"/>
    <p:sldId id="318" r:id="rId6"/>
    <p:sldId id="319" r:id="rId7"/>
    <p:sldId id="307" r:id="rId8"/>
    <p:sldId id="320" r:id="rId9"/>
    <p:sldId id="321" r:id="rId10"/>
    <p:sldId id="308" r:id="rId11"/>
    <p:sldId id="323" r:id="rId12"/>
    <p:sldId id="322" r:id="rId13"/>
    <p:sldId id="309" r:id="rId14"/>
    <p:sldId id="312" r:id="rId15"/>
    <p:sldId id="314" r:id="rId16"/>
    <p:sldId id="327" r:id="rId28"/>
    <p:sldId id="328" r:id="rId29"/>
    <p:sldId id="313" r:id="rId17"/>
    <p:sldId id="326" r:id="rId18"/>
    <p:sldId id="310" r:id="rId19"/>
    <p:sldId id="316" r:id="rId20"/>
    <p:sldId id="317" r:id="rId21"/>
    <p:sldId id="329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FDADC5-208F-0E7C-527D-B57A597BA2A3}" v="200" dt="2026-07-22T11:16:09.660"/>
    <p1510:client id="{25E61063-DD6F-07B0-8C34-B8914A388A09}" v="1479" dt="2026-07-22T08:32:53.317"/>
    <p1510:client id="{25F5E8D3-B642-A7CE-259A-7A3BF6D5F94E}" v="1068" dt="2026-07-20T21:21:54.711"/>
    <p1510:client id="{47FCFDFA-7917-9656-5270-D4AF2D16CD47}" v="245" dt="2026-07-21T10:16:18.300"/>
    <p1510:client id="{57B3C26D-988E-0E2C-E491-CC5C5D89CBD3}" v="35" dt="2026-07-21T07:28:25.326"/>
    <p1510:client id="{6DF66007-C3C9-EF47-A66F-444B894DA67A}" v="56" dt="2026-07-21T13:13:28.540"/>
    <p1510:client id="{E51D12F0-6376-20FA-D930-E995DE5EDDBE}" v="965" dt="2026-07-22T14:14:51.275"/>
    <p1510:client id="{E5C148E2-1294-8256-8F79-BE6DF1FBF8DA}" v="5" dt="2026-07-20T20:56:28.917"/>
    <p1510:client id="{FDA5A145-3163-0C3F-2573-A2BF10017BD5}" v="1553" dt="2026-07-20T20:51:27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5B78C-9A99-4196-93B5-0952C5AE7F9C}" type="datetimeFigureOut">
              <a:t>31/08/2026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4FB88-F805-4279-971C-EE18BDE6E978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55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9DD34D85-1C5A-C3AF-CE50-9DC993B00C4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B434E868-CF38-1184-FE3E-E5645775706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70B4B8F-5F7E-4B3F-893C-0F2E49AE1CFD}" type="slidenum">
              <a:t>1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E88B9704-5A0B-2F45-E166-B77B731F8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457C9D10-955D-47F5-9334-15A9C87C3E81}" type="slidenum">
              <a:t>1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FE12DAD-DDAC-C8F2-F2B5-6ADB8B2FC6F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2307E2E-9684-D0C5-68FD-0A3BDE1144C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D164-964E-1927-833E-EED45572C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04AB85E7-C4F4-3C1C-49E3-F1EFD27653E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D257A100-9D40-6900-DDCC-B2295DF97BF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2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BCB01A40-383D-9580-5746-20BD95687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2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0F4A057-B5D1-3336-23D6-E4091872365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8F2F2A5-A44F-21A6-8154-B3D289189A1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459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D0319-B5B2-1764-E515-454C194B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85D38144-81B4-27AC-64C8-753138BD1F3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B5F19C17-B4B8-7F07-D3D8-3DC81AF9899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3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7DFCFE6D-DADC-4F9A-9B0A-B1DF6648B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3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F5EE292-6FA5-6979-37D8-22C2B6FC1A9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576292B-661B-8E6F-2F9E-E01B24458A9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3795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D32B7-20BD-5A16-6D69-9030A19D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9E50A627-5EC6-E9A1-B0C8-A09F4458C35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7C2EEB53-4361-D3C4-FDF2-DB34F19D6F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4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AA4C1020-B1E9-2CBD-624D-464BEAFC6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4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C5FCEE9-E07B-B910-BC01-4CCF6F91CAE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D46A41E-E7F3-42A3-71AF-F3430CCBC67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0799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0D20-9720-B2A3-9C7D-CB71E371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CC32ADC3-DE1A-2A13-C28F-CFC05151099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50619987-A922-24C8-E53C-7FAE9611F69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5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75CACF73-3031-67CD-D7E6-AF696F84D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5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CAAA3B-C322-B555-B18B-61AE3F8933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2F3B84-38B3-CC65-CACF-90AB38B7B61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054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1D639-0E9A-B4D9-DDD3-5D49BC1F0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E6194D30-C931-9A10-674C-E8842B22158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CFC19470-A9C7-3E01-1931-BC46AB9B8B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6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A10FAC32-78CB-6A86-DF12-C7CE01278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6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2E86B8D-A69A-0E3C-A081-ADC8813ABC2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010C8BC-2365-A178-E5C1-403B4554D6A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512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9754-E8D3-60E8-4F5D-B01620AD0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75B2F6AD-EFF9-59C6-28A3-AF68B5901E7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D28F4B3E-1E24-2A27-415A-113561B9FA3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7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56CFDDDF-A32F-0AB7-9E15-9CE097461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7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FDD49A-D964-E986-D87F-E2ADB81807D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1AA87BF-2338-03EB-62C3-B331D0D366D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241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17B47-C5D5-9BEA-1232-A73FF9FB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C74D16A5-8211-5833-E4E4-885F9C778B8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C7FEC95F-27E7-4725-66F3-634D06E93DC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8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E9D731D9-726B-5685-25D3-7B753E5C3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8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CB7877D-EF44-A5D3-F9AF-F61B222847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C91631C-F2A0-9F2C-8B61-452EC20B9B1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9991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10B05-094B-B47B-7D1F-782C8F0E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06777B9D-B83C-5445-8C0A-D8D490C5691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B19074D6-6F16-9C77-FF9B-180AA6E8E3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9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AECCD17A-EF11-1D46-76B6-AED0ED962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9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A23F627-0EA1-76EE-4E67-87F422736A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2CC098F-01D6-5865-85C4-FDAC936E6C4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197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19E1-368C-0660-6683-02C1C7E2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018F4386-9811-1F15-956E-A1DD2D033DA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BF4CC3F1-5956-CF0E-3D2C-DD507195249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10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9F0C6434-BDAC-176C-5371-1F5BCB291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10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8722928-616F-979A-D15F-D39B975F38F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4727C8A-2079-D3E3-A86B-973BE027DA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3263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4BCF1-3CB9-370A-A204-C74990CA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DCD2C1FF-5C3A-FA1A-23C8-3743961E32C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43C56BF8-A59D-5F22-1649-3885C529DAB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11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11351475-EF8B-F569-83DE-70041CE13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11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9D536F1-FCE5-7560-7ECD-4970FFD352F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6FD8D88-0B74-27A4-4C96-5B8BC57BEE2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2438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8337-9DDA-E8C4-C550-8897DE382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6CD99CE0-EA6A-E9E8-7C57-30F2E7F21DA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36A56C5C-93E1-E67A-FB96-5B39CF369C2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12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89E92799-7775-75DB-95D9-171346D01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12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D01629-6F1C-4422-66FB-C4E935FA4A4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C425120-C8FA-3896-690E-D111F7B3E86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3548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510F8-B795-D47E-86C1-33C5BAA25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3F591782-4804-2B39-0A95-252B714B9AA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10F4C261-6EA4-C555-564A-2C2AB837BD3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13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8DA82FD7-F41A-19BA-C1B5-9CCF1ED13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13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BBB10E-0798-32B5-BB45-19EC72A3E4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7267007-55CA-47CC-1568-AD472070CE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8450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2FE95-1D38-6447-ABA5-D9A73C03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647B60BC-FEF4-17B9-C1E2-469F2408EA8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5DCFA3C2-F70D-7E5C-88B8-3D5DB77ECB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14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497CA3BD-3B5B-D638-9E8A-AC8705052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14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9DB12CF-A901-27BC-7338-C3D5D41283D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339234-6039-DDA0-FE46-F754228CF7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4406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9521E-FB27-D653-A801-3FF6B2A8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1B3DE8FC-6502-0C3F-5727-9EEF67F4BE6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DFF8B2EB-82DD-3702-14F1-A5150034109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15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E591BC17-EA1B-5C26-F2E0-71AADCB6B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15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0EC5E14-9A49-0D2E-575E-AEE5418725C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879B222-E7EE-9E2D-414C-0854D14BF3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188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7597B-0D9A-0611-4A34-9F9ECBAC4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FFBDEB58-D51E-0CF6-DBB1-E4722916AC9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103C3885-A870-3B6C-FBDC-986B65F7961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16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FC2F4392-85C2-01DA-A340-C6D3B47C3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16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6480893-3C66-D9A2-BA03-C0512A3DB32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9149EB0-B48A-F72B-CD9C-360CF5BA614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856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ED24-74DA-0B1B-C726-EFDBA68E8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8CDB5FF3-9EE7-8430-BB58-C5F7AC4F5E0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25A84F37-78D1-79F4-D9A7-79C4A2443DC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17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C00D9DC9-7C5F-47C3-3382-D97EC96F8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17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289D09-33D6-07E6-A916-9D85AF51C81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C81C4F9-A6DF-6F44-7A88-12AC1B89DAB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6895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F676A-E1E4-DA3B-43FC-79A377D0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01ADD930-AE3E-ECB5-3798-9EF25F7C825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8A450DE1-931B-DCBF-C5CB-D5D99664D0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18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05442ABE-1700-371C-89C8-C9B266582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18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8083BAC-33FC-9236-C387-4713176C805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42A6B23-5A7A-B94E-2490-D5F6F35BAB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ED485-5A4B-96B5-79A7-B2CE62C0A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BC69C501-131A-EF2F-054E-6A51F02B8DF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6A0E28BC-3D32-39A5-217B-610C622E40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19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E02562BD-902F-1586-DE58-2ECCC379B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19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EF0F377-17DE-7077-6651-16574FC9C21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6EC629-B077-D4AD-208E-EB66CE7378F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841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EB849-C8B5-46DE-D350-E6C60A244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845443AC-DAC4-C26F-1AD5-73765339FD8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4BF99372-8EFD-6340-59C3-8D9EEF03EB7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20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E57CED96-B8EE-758E-0B5E-31CA8A4A5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20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BE99646-53BA-4D59-2172-ED0219A87C1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1E999A7-9059-7093-2791-81FB53B25C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25662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E98C898-26EC-A2DC-4450-C8FF9494593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3936" y="1083"/>
            <a:ext cx="12185736" cy="68560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11947526-459B-1859-7D52-77DF6A3E37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60833" y="1996243"/>
            <a:ext cx="10468849" cy="830997"/>
          </a:xfrm>
        </p:spPr>
        <p:txBody>
          <a:bodyPr vert="horz" wrap="square" lIns="45720" tIns="45720" rIns="45720" bIns="45720" rtlCol="0" anchor="t" anchorCtr="1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sz="4800" dirty="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Portefeuille de projet</a:t>
            </a:r>
            <a:endParaRPr lang="fr-FR" sz="48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AA607-E216-B577-F180-687838CD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42522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104B-BAE4-6D61-7726-A846E997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1BAC0679-F6FD-40AB-A882-1252626A4B97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09DCE2-34B5-689B-F1E4-372BACF9CB75}"/>
              </a:ext>
            </a:extLst>
          </p:cNvPr>
          <p:cNvSpPr/>
          <p:nvPr/>
        </p:nvSpPr>
        <p:spPr>
          <a:xfrm>
            <a:off x="692289" y="1379466"/>
            <a:ext cx="10803891" cy="51852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liste_sprints</a:t>
            </a:r>
            <a:r>
              <a:rPr lang="fr-FR"/>
              <a:t>}} 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B61189-C996-97C0-21DD-92F55E29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22312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B877C-ABBC-9A81-1202-99E1C000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B858A42E-ABE3-CD2B-0E07-38012AE8185F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7EB2F5-D4CC-5797-97C4-6E700BC09571}"/>
              </a:ext>
            </a:extLst>
          </p:cNvPr>
          <p:cNvSpPr/>
          <p:nvPr/>
        </p:nvSpPr>
        <p:spPr>
          <a:xfrm>
            <a:off x="692289" y="1379466"/>
            <a:ext cx="10803891" cy="51852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chart:cumulative_flow_diagram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0FA2A3-8259-6F77-D538-6DBF1CB6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695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42A5D-D9CD-99D7-7157-8557B06F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84846964-A39B-6820-99B4-5016D706E211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EE923B-5760-1255-00B1-A62CC4E53292}"/>
              </a:ext>
            </a:extLst>
          </p:cNvPr>
          <p:cNvSpPr/>
          <p:nvPr/>
        </p:nvSpPr>
        <p:spPr>
          <a:xfrm>
            <a:off x="692289" y="1379466"/>
            <a:ext cx="10803891" cy="51852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chart:burndown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CDBBB7B-2950-57B1-0B06-D081D2747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94700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5D27-7878-987A-9597-244EA15C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A6FE808C-7514-27DE-40BC-446D11340093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C020E9-3A52-5BBB-753E-02D3A5ED5F19}"/>
              </a:ext>
            </a:extLst>
          </p:cNvPr>
          <p:cNvSpPr/>
          <p:nvPr/>
        </p:nvSpPr>
        <p:spPr>
          <a:xfrm>
            <a:off x="692289" y="1379466"/>
            <a:ext cx="10803891" cy="51852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chart:burndown_NB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BCE396-FB57-D283-440E-0FBEBEA0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87297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80D8A-6585-91CA-FF21-44562C25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E8921E69-28D9-9649-CD6D-E883B5898BDA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A18EFD-E136-5B88-42EA-77C4B3AE94D1}"/>
              </a:ext>
            </a:extLst>
          </p:cNvPr>
          <p:cNvSpPr/>
          <p:nvPr/>
        </p:nvSpPr>
        <p:spPr>
          <a:xfrm>
            <a:off x="692289" y="1379466"/>
            <a:ext cx="10803891" cy="51852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chart:burndown_SP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D156600-890B-E7A7-2394-EB6D5F1B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89116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252F2-DADE-AD3A-CEB2-FF192354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51901745-F289-9852-7FFE-D431785A99F4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95B509-526B-5ED4-078B-3AA3568DAF9E}"/>
              </a:ext>
            </a:extLst>
          </p:cNvPr>
          <p:cNvSpPr/>
          <p:nvPr/>
        </p:nvSpPr>
        <p:spPr>
          <a:xfrm>
            <a:off x="692289" y="1379466"/>
            <a:ext cx="10803891" cy="32528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chart:burnup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D9FE4B-4853-9D04-FA2F-7466FB76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20256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528E1-044B-DBBD-CDF9-B1BDECE2A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4C66F75C-86DD-7415-6082-349A90B2C8DE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292846-524D-7873-0777-7C8CF2FE7015}"/>
              </a:ext>
            </a:extLst>
          </p:cNvPr>
          <p:cNvSpPr/>
          <p:nvPr/>
        </p:nvSpPr>
        <p:spPr>
          <a:xfrm>
            <a:off x="692289" y="1379466"/>
            <a:ext cx="10803891" cy="32528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chart:burnup_SP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F5E5D2-21A4-58A8-ABF1-13582582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3661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B7ED1-4E3C-391B-3B9D-F1B7AA4B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A7541D54-0622-1A1B-E7CC-19F391473DE2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BA22EE-9381-DD06-A866-2AADBA16DA7D}"/>
              </a:ext>
            </a:extLst>
          </p:cNvPr>
          <p:cNvSpPr/>
          <p:nvPr/>
        </p:nvSpPr>
        <p:spPr>
          <a:xfrm>
            <a:off x="692289" y="1379466"/>
            <a:ext cx="10803891" cy="32528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chart:burnup_NB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6FCC713-D7BF-1230-2711-F2949C4CF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14521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D99F9-FF70-6781-F9D5-54CC98F74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15C009A0-47F0-2F8B-786B-1F6C7B6147C9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72E0E4-5687-7167-AC4D-92B22160BD1C}"/>
              </a:ext>
            </a:extLst>
          </p:cNvPr>
          <p:cNvSpPr/>
          <p:nvPr/>
        </p:nvSpPr>
        <p:spPr>
          <a:xfrm>
            <a:off x="692289" y="1379467"/>
            <a:ext cx="10803891" cy="470983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chart:velocity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681795B-B5D5-D45D-69B7-3569813C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11203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7D21-20B2-6E3E-B39E-64B57DC3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AA211425-C7EB-C393-7BD8-495F3F054780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EF3738-F053-E9FE-9DC7-B00DA76B95A1}"/>
              </a:ext>
            </a:extLst>
          </p:cNvPr>
          <p:cNvSpPr/>
          <p:nvPr/>
        </p:nvSpPr>
        <p:spPr>
          <a:xfrm>
            <a:off x="692289" y="1379467"/>
            <a:ext cx="10803891" cy="470983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chart:velocity_SP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6D3E73-FE71-61D6-28F8-139DCF53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59714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4FE26-9D30-19CA-95E3-E65698F4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8D2FB0C6-31C4-AF45-F995-A4553B5C75A4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C28E5C-924D-7359-F3E2-0CA01210C3F6}"/>
              </a:ext>
            </a:extLst>
          </p:cNvPr>
          <p:cNvSpPr/>
          <p:nvPr/>
        </p:nvSpPr>
        <p:spPr>
          <a:xfrm>
            <a:off x="692289" y="1379467"/>
            <a:ext cx="10803891" cy="470983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chart:velocity_NB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4E8BE3-4C8F-BA5A-BE85-779FD0DC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44969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F3FB7-C385-0EC5-14C0-0D54AE39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70A45353-3FD2-55C6-3D10-C5F0031550AE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644419-65CA-B230-76B0-3D11922BABC3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</a:t>
            </a:r>
            <a:r>
              <a:rPr lang="fr-FR" dirty="0" err="1"/>
              <a:t>chart:status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4A26D81-9636-B7E4-E10A-37AD26D8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5265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FE94-CE39-5ABD-1C97-67D6C38E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4CE22694-8091-D734-27B9-8D878832A0A8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A08C98-DE60-19CD-8D69-0E036D4081B5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</a:t>
            </a:r>
            <a:r>
              <a:rPr lang="fr-FR" dirty="0" err="1"/>
              <a:t>chart:types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DF3F68-011F-66D1-2C15-3315AB94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987312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C7235-8D19-C7A5-EBEE-B3C0A9259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E4F3CC4C-8826-5849-DC88-6E6682E7BE78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293E5A-80FC-F271-BDE8-F0BD674E2AC6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</a:t>
            </a:r>
            <a:r>
              <a:rPr lang="fr-FR" dirty="0" err="1"/>
              <a:t>chart:types_conso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2BA1EF-32B9-67FD-03DC-579D11B0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62607477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ZoneTexte 6">
            <a:extLst>
              <a:ext uri="{FF2B5EF4-FFF2-40B4-BE49-F238E27FC236}">
                <a16:creationId xmlns:a16="http://schemas.microsoft.com/office/drawing/2014/main" id="{E4F3CC4C-8826-5849-DC88-6E6682E7BE78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293E5A-80FC-F271-BDE8-F0BD674E2AC6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{{chart:conso_corrective}}</a:t>
            </a:r>
            <a:r>
              <a:rPr lang="fr-FR" dirty="0" err="1"/>
              <a:t/>
            </a:r>
            <a:r>
              <a:rPr lang="fr-FR" dirty="0"/>
              <a:t/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2BA1EF-32B9-67FD-03DC-579D11B0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ZoneTexte 6">
            <a:extLst>
              <a:ext uri="{FF2B5EF4-FFF2-40B4-BE49-F238E27FC236}">
                <a16:creationId xmlns:a16="http://schemas.microsoft.com/office/drawing/2014/main" id="{E4F3CC4C-8826-5849-DC88-6E6682E7BE78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293E5A-80FC-F271-BDE8-F0BD674E2AC6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{{chart:tempo_conso}}</a:t>
            </a:r>
            <a:r>
              <a:rPr lang="fr-FR" dirty="0" err="1"/>
              <a:t/>
            </a:r>
            <a:r>
              <a:rPr lang="fr-FR" dirty="0"/>
              <a:t/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2BA1EF-32B9-67FD-03DC-579D11B0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55C1-531A-C1A0-EE63-7FC14F3D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F8E051DD-27A9-B713-F917-AEEC05ACEF37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D236C2-2A20-8FE6-D391-E48D4F14A540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</a:t>
            </a:r>
            <a:r>
              <a:rPr lang="fr-FR" dirty="0" err="1"/>
              <a:t>chart:cycle_time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5F20CE-4B2D-6098-5E28-99B86EB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354197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A20A8-E044-3FB1-CB6E-F99D66B9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0910BFB9-9B0D-D443-421A-560005D1A9D4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A1FC91-EEAD-DA4A-C1F3-19C267508C6D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chart:sprint_spread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585924-6712-C59A-8A06-F7E5B649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499202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F4507-4003-6B47-37B5-AF2FF333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78AD2C6A-8213-C0E4-C79D-D32B560D5182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868FE7-8647-6313-9F6A-69CA188970EE}"/>
              </a:ext>
            </a:extLst>
          </p:cNvPr>
          <p:cNvSpPr/>
          <p:nvPr/>
        </p:nvSpPr>
        <p:spPr>
          <a:xfrm>
            <a:off x="692289" y="1379466"/>
            <a:ext cx="10803891" cy="113262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kpi</a:t>
            </a:r>
            <a:r>
              <a:rPr lang="fr-FR" dirty="0"/>
              <a:t>:*}}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A75C6B-E9B2-8895-8604-B6FF66B42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00401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55EEF-EA18-EAEE-99AA-D13AE563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50A52150-838A-0826-B9BA-3ABF18DBCE87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E34CF7-44AB-E47D-5244-6C9FB6881536}"/>
              </a:ext>
            </a:extLst>
          </p:cNvPr>
          <p:cNvSpPr/>
          <p:nvPr/>
        </p:nvSpPr>
        <p:spPr>
          <a:xfrm>
            <a:off x="692289" y="1379466"/>
            <a:ext cx="10803891" cy="486299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/>
              <a:t>liste_epics}}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62C832-8453-AC15-8AF0-C294CF34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3094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61B2E-F3A1-6715-D479-582C8458E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F671D6AF-B33C-55A4-E3D4-F29DCBE126F3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694671-6459-F711-A2DA-FA3182BCF63F}"/>
              </a:ext>
            </a:extLst>
          </p:cNvPr>
          <p:cNvSpPr/>
          <p:nvPr/>
        </p:nvSpPr>
        <p:spPr>
          <a:xfrm>
            <a:off x="692289" y="1379466"/>
            <a:ext cx="10803891" cy="486299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coach:synthese</a:t>
            </a:r>
            <a:r>
              <a:rPr lang="fr-FR"/>
              <a:t>}}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E1A1E7-2665-2610-920B-5373E0A1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227163990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ZoneTexte 6">
            <a:extLst>
              <a:ext uri="{FF2B5EF4-FFF2-40B4-BE49-F238E27FC236}">
                <a16:creationId xmlns:a16="http://schemas.microsoft.com/office/drawing/2014/main" id="{F671D6AF-B33C-55A4-E3D4-F29DCBE126F3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694671-6459-F711-A2DA-FA3182BCF63F}"/>
              </a:ext>
            </a:extLst>
          </p:cNvPr>
          <p:cNvSpPr/>
          <p:nvPr/>
        </p:nvSpPr>
        <p:spPr>
          <a:xfrm>
            <a:off x="692289" y="1379466"/>
            <a:ext cx="10803891" cy="486299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{{coach:decisions}}</a:t>
            </a:r>
            <a:r>
              <a:rPr lang="fr-FR" dirty="0" err="1"/>
              <a:t/>
            </a:r>
            <a:r>
              <a:rPr lang="fr-FR"/>
              <a:t/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E1A1E7-2665-2610-920B-5373E0A1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297</Words>
  <Application>Microsoft Office PowerPoint</Application>
  <PresentationFormat>Grand écran</PresentationFormat>
  <Paragraphs>119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Thème Office</vt:lpstr>
      <vt:lpstr>Portefeuille de projet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Gilles BRIEUX</dc:creator>
  <cp:lastModifiedBy>Gilles BRIEUX</cp:lastModifiedBy>
  <cp:revision>4225</cp:revision>
  <dcterms:created xsi:type="dcterms:W3CDTF">2026-07-06T12:04:44Z</dcterms:created>
  <dcterms:modified xsi:type="dcterms:W3CDTF">2026-08-31T15:04:07Z</dcterms:modified>
</cp:coreProperties>
</file>