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24" r:id="rId4"/>
    <p:sldId id="315" r:id="rId5"/>
    <p:sldId id="318" r:id="rId6"/>
    <p:sldId id="319" r:id="rId7"/>
    <p:sldId id="307" r:id="rId8"/>
    <p:sldId id="320" r:id="rId9"/>
    <p:sldId id="321" r:id="rId10"/>
    <p:sldId id="308" r:id="rId11"/>
    <p:sldId id="323" r:id="rId12"/>
    <p:sldId id="322" r:id="rId13"/>
    <p:sldId id="309" r:id="rId14"/>
    <p:sldId id="312" r:id="rId15"/>
    <p:sldId id="314" r:id="rId16"/>
    <p:sldId id="327" r:id="rId28"/>
    <p:sldId id="328" r:id="rId29"/>
    <p:sldId id="330" r:id="rId31"/>
    <p:sldId id="313" r:id="rId17"/>
    <p:sldId id="326" r:id="rId18"/>
    <p:sldId id="310" r:id="rId19"/>
    <p:sldId id="316" r:id="rId20"/>
    <p:sldId id="317" r:id="rId21"/>
    <p:sldId id="329" r:id="rId3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D0319-B5B2-1764-E515-454C194B6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5D38144-81B4-27AC-64C8-753138BD1F3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5F19C17-B4B8-7F07-D3D8-3DC81AF989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DFCFE6D-DADC-4F9A-9B0A-B1DF6648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5EE292-6FA5-6979-37D8-22C2B6FC1A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576292B-661B-8E6F-2F9E-E01B24458A9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37959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0D20-9720-B2A3-9C7D-CB71E3714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C32ADC3-DE1A-2A13-C28F-CFC05151099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0619987-A922-24C8-E53C-7FAE9611F69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5CACF73-3031-67CD-D7E6-AF696F84D4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CAAA3B-C322-B555-B18B-61AE3F8933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62F3B84-38B3-CC65-CACF-90AB38B7B6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054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D639-0E9A-B4D9-DDD3-5D49BC1F0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E6194D30-C931-9A10-674C-E8842B2215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FC19470-A9C7-3E01-1931-BC46AB9B8B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10FAC32-78CB-6A86-DF12-C7CE01278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E86B8D-A69A-0E3C-A081-ADC8813ABC2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10C8BC-2365-A178-E5C1-403B4554D6A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35121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17B47-C5D5-9BEA-1232-A73FF9FBB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74D16A5-8211-5833-E4E4-885F9C778B8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7FEC95F-27E7-4725-66F3-634D06E93DC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9D731D9-726B-5685-25D3-7B753E5C3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CB7877D-EF44-A5D3-F9AF-F61B2228471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C91631C-F2A0-9F2C-8B61-452EC20B9B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9991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0B05-094B-B47B-7D1F-782C8F0E8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6777B9D-B83C-5445-8C0A-D8D490C5691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19074D6-6F16-9C77-FF9B-180AA6E8E3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ECCD17A-EF11-1D46-76B6-AED0ED962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23F627-0EA1-76EE-4E67-87F422736A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2CC098F-01D6-5865-85C4-FDAC936E6C4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6197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4BCF1-3CB9-370A-A204-C74990CAD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DCD2C1FF-5C3A-FA1A-23C8-3743961E32C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3C56BF8-A59D-5F22-1649-3885C529DA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1351475-EF8B-F569-83DE-70041CE13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9D536F1-FCE5-7560-7ECD-4970FFD35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6FD8D88-0B74-27A4-4C96-5B8BC57BEE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4385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8337-9DDA-E8C4-C550-8897DE382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CD99CE0-EA6A-E9E8-7C57-30F2E7F21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36A56C5C-93E1-E67A-FB96-5B39CF369C2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9E92799-7775-75DB-95D9-171346D01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7D01629-6F1C-4422-66FB-C4E935FA4A4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C425120-C8FA-3896-690E-D111F7B3E8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35486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ED24-74DA-0B1B-C726-EFDBA68E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CDB5FF3-9EE7-8430-BB58-C5F7AC4F5E0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5A84F37-78D1-79F4-D9A7-79C4A2443D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00D9DC9-7C5F-47C3-3382-D97EC96F8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289D09-33D6-07E6-A916-9D85AF51C8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C81C4F9-A6DF-6F44-7A88-12AC1B89DAB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6895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B877C-ABBC-9A81-1202-99E1C000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B858A42E-ABE3-CD2B-0E07-38012AE8185F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27EB2F5-D4CC-5797-97C4-6E700BC0957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0FA2A3-8259-6F77-D538-6DBF1CB62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69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5D27-7878-987A-9597-244EA15C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6FE808C-7514-27DE-40BC-446D1134009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0C020E9-3A52-5BBB-753E-02D3A5ED5F19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8BCE396-FB57-D283-440E-0FBEBEA0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8729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0D8A-6585-91CA-FF21-44562C25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8921E69-28D9-9649-CD6D-E883B5898BDA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CA18EFD-E136-5B88-42EA-77C4B3AE94D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D156600-890B-E7A7-2394-EB6D5F1B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89116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528E1-044B-DBBD-CDF9-B1BDECE2A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66F75C-86DD-7415-6082-349A90B2C8D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292846-524D-7873-0777-7C8CF2FE7015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EF5E5D2-21A4-58A8-ABF1-13582582E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3661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7ED1-4E3C-391B-3B9D-F1B7AA4B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7541D54-0622-1A1B-E7CC-19F391473DE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DBA22EE-9381-DD06-A866-2AADBA16DA7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6FCC713-D7BF-1230-2711-F2949C4CF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14521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27D21-20B2-6E3E-B39E-64B57DC3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A211425-C7EB-C393-7BD8-495F3F05478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EF3738-F053-E9FE-9DC7-B00DA76B95A1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6D3E73-FE71-61D6-28F8-139DCF5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9714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FE26-9D30-19CA-95E3-E65698F4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D2FB0C6-31C4-AF45-F995-A4553B5C75A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C28E5C-924D-7359-F3E2-0CA01210C3F6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4E8BE3-4C8F-BA5A-BE85-779FD0DC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44969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{{chart:conso_corrective}}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{{chart:tempo_conso}}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A20A8-E044-3FB1-CB6E-F99D66B9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910BFB9-9B0D-D443-421A-560005D1A9D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FA1FC91-EEAD-DA4A-C1F3-19C267508C6D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2585924-6712-C59A-8A06-F7E5B6492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499202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{{coach:decisions}}</a:t>
            </a:r>
            <a:r>
              <a:rPr lang="fr-FR" dirty="0" err="1"/>
              <a:t/>
            </a:r>
            <a:r>
              <a:rPr lang="fr-FR"/>
              <a:t/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{{chart:tempo_types}}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4225</cp:revision>
  <dcterms:created xsi:type="dcterms:W3CDTF">2026-07-06T12:04:44Z</dcterms:created>
  <dcterms:modified xsi:type="dcterms:W3CDTF">2026-08-31T15:04:07Z</dcterms:modified>
</cp:coreProperties>
</file>